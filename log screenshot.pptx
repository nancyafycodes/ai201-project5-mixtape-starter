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8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40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6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7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0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7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6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8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22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5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3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ED217D0-BDC7-4352-A74D-1A3F37FD75A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21E16A9-8B9F-4ED4-BD4C-45453988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7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9EB0-461F-CCCF-268D-A4F4700C6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Mixtape Bug Hunt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BFC5E-84B0-2A5C-7DA0-D037E45C6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5</a:t>
            </a:r>
          </a:p>
        </p:txBody>
      </p:sp>
    </p:spTree>
    <p:extLst>
      <p:ext uri="{BB962C8B-B14F-4D97-AF65-F5344CB8AC3E}">
        <p14:creationId xmlns:p14="http://schemas.microsoft.com/office/powerpoint/2010/main" val="161457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4C18-64F7-DE1F-413B-6CF51D9A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9A737-ED0A-2BA8-708F-A65570AA5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git log 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display log history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log was noted, as a result of completing the same task twice</a:t>
            </a:r>
          </a:p>
        </p:txBody>
      </p:sp>
    </p:spTree>
    <p:extLst>
      <p:ext uri="{BB962C8B-B14F-4D97-AF65-F5344CB8AC3E}">
        <p14:creationId xmlns:p14="http://schemas.microsoft.com/office/powerpoint/2010/main" val="2378641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01AA-C7D4-4E81-114A-96264239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Log History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731DAF6-7400-0DB8-08C8-9F82CA5CA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069" y="1896382"/>
            <a:ext cx="5176378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E055B08-0109-45D8-57CF-8109D3678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1872" y="1852839"/>
            <a:ext cx="6219628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199FE8-F997-2315-39EB-7F17097B5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94" y="2262858"/>
            <a:ext cx="5084953" cy="34194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A69C90-3A87-41C3-7796-B6038356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872" y="2262858"/>
            <a:ext cx="5804634" cy="341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7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D22E06-A3B1-C791-8A10-635747863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9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(contd.)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419682-0954-EB11-F166-B436C3D6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186"/>
            <a:ext cx="10515600" cy="55408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B83682-CB1C-90A9-48E1-2C8ADDC28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92" y="1752599"/>
            <a:ext cx="7840907" cy="447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14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56</TotalTime>
  <Words>39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Rockwell</vt:lpstr>
      <vt:lpstr>Rockwell Condensed</vt:lpstr>
      <vt:lpstr>Times New Roman</vt:lpstr>
      <vt:lpstr>Wingdings</vt:lpstr>
      <vt:lpstr>Wood Type</vt:lpstr>
      <vt:lpstr>Mixtape Bug Hunt</vt:lpstr>
      <vt:lpstr>Screenshot</vt:lpstr>
      <vt:lpstr>Git Log History</vt:lpstr>
      <vt:lpstr>History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Afy A.</dc:creator>
  <cp:lastModifiedBy>Afy A.</cp:lastModifiedBy>
  <cp:revision>1</cp:revision>
  <dcterms:created xsi:type="dcterms:W3CDTF">2026-07-07T01:41:41Z</dcterms:created>
  <dcterms:modified xsi:type="dcterms:W3CDTF">2026-07-07T02:38:03Z</dcterms:modified>
</cp:coreProperties>
</file>